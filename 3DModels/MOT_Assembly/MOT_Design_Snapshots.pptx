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8dce3be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8dce3be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38dce3be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38dce3b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38dce3be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38dce3be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MOT_v1.jpeg"/>
          <p:cNvPicPr preferRelativeResize="0"/>
          <p:nvPr/>
        </p:nvPicPr>
        <p:blipFill rotWithShape="1">
          <a:blip r:embed="rId3">
            <a:alphaModFix/>
          </a:blip>
          <a:srcRect b="17952" l="25865" r="0" t="0"/>
          <a:stretch/>
        </p:blipFill>
        <p:spPr>
          <a:xfrm>
            <a:off x="1243950" y="0"/>
            <a:ext cx="665613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9738" y="152400"/>
            <a:ext cx="4844518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663" y="152400"/>
            <a:ext cx="736466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63" y="0"/>
            <a:ext cx="889907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