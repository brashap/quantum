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AAADB-8CC1-BE39-1DF1-00043896C5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5B40D7-7F3D-DDD0-E2CD-01DD610DC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C58EF-70A5-BA82-884F-0DC12A68B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9D254-59F6-3EFF-D639-B29A27ED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C5DEC-D531-6C89-7F04-820768ACC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7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D11C4-6321-A0B3-633E-C8941FF9E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B996-F997-93F2-4ADE-77EDE1331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DBC45-7A62-12D6-6BB7-3FD034D7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0B48B-D8A7-39B4-C912-7484B907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0D23-6F71-1B22-196A-265D2A09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77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74A5-6603-007A-6816-C637A440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2960E-03EB-9D1C-FCB8-9A9FA9699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0D954-C1D3-6D67-DEB8-C13A442C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AFB6A-4C01-F071-F186-08112008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80822-2F75-FDB4-D66E-92E46B53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725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6B8A6-3F5B-554E-CFF0-78676471D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87722-B9B0-86C0-A090-CCFF9B9F1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9F3FD-FDD0-6DE4-DA66-92409DBC7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89CC8-6B5B-FED0-D53F-A0B5D1556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10AD9-7104-4692-25CC-EE23B128F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A3BAA-62D0-C620-DD26-8297B113E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5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9BF91-50B2-67EA-A0A1-8290CAF3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B0E8B-AE83-B399-8E25-3A01C45E2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FCC7D-7705-B366-AA78-998B420DD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52BA79-C194-1A16-5301-5DB766AB6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271-C560-94D3-143D-81E09A4E0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3235C-BC29-7DB0-C8F7-8F49FF69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F1FF8C-6BE7-89B7-06E1-F29F6987F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E030A-5F0D-D882-2DB3-B539FE42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5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FEF2-DF09-8C65-1C52-1320D063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186501-F3A0-34A8-68D9-CD363A472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6A389-AA13-015B-8310-477285A8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529A73-B458-50EB-EE58-401E7464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8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3AB287-3A19-F268-E5EC-066A070C3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2FF68C-B75A-75D9-E24A-C96948CD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10DB0-017C-AF6D-E097-3C2529183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4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5A35-528F-3082-0E38-851590C7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024A0-9DBA-D2EC-853C-3C1EF431C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1A4F8-1D16-D904-76A1-6419FE148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D59F7-C115-EF36-3B6A-CAFE8C24B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15A85-5A90-599B-A855-BF6B076F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05821-09D2-A9FA-0D3E-C8251F17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506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86A45-4656-3396-E44B-41988A3AA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11433E-E5B0-0440-6702-C9DB6CBC1E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A3919-204B-81A2-E20D-7487DB638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A68AA-AB78-E8D4-B2E2-DA685B27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45E0A-66F1-8D5A-537D-52852C62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89F268-1657-83EB-49F9-A55207CD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57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A50C5-D734-D433-36DA-9DE723DA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C099D-108D-92A7-ED19-3F938DB85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1A0B-79E2-C011-46C5-1428A175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D05DD-03FC-1FE6-403E-62EE80061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351AA-C9E0-6F5F-06B7-8FAF6F00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9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830F-6D64-92B5-BAE1-7A1934BA2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8BB37-4BD7-692D-167B-62D1EF115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7FD96-FD15-3DC3-F10D-6BBBA2EF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6A0D9-0CD6-5371-5C14-9B8C9E30E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13DF-0986-5D26-220A-25EF543DA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7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8175F5-4E53-405F-9E94-07AAC98AB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771B6-63DA-B54E-78C3-49AADDCE7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78551-943B-D9EB-60DC-F05170B3E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DB5F7-AD1E-AC4C-9AC4-638B18886767}" type="datetimeFigureOut">
              <a:rPr lang="en-US" smtClean="0"/>
              <a:t>7/29/26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5B49-3331-22D3-9D30-0C8039A05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D2CA8-7E44-660E-6A78-40DC33A9C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9C798D-DAEB-9648-996E-7EA9F65B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2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AC5B20-78C7-D59C-A67D-B3C02F1AA4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601651"/>
              </p:ext>
            </p:extLst>
          </p:nvPr>
        </p:nvGraphicFramePr>
        <p:xfrm>
          <a:off x="4386892" y="773064"/>
          <a:ext cx="7663146" cy="405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8883">
                  <a:extLst>
                    <a:ext uri="{9D8B030D-6E8A-4147-A177-3AD203B41FA5}">
                      <a16:colId xmlns:a16="http://schemas.microsoft.com/office/drawing/2014/main" val="2218087824"/>
                    </a:ext>
                  </a:extLst>
                </a:gridCol>
                <a:gridCol w="801666">
                  <a:extLst>
                    <a:ext uri="{9D8B030D-6E8A-4147-A177-3AD203B41FA5}">
                      <a16:colId xmlns:a16="http://schemas.microsoft.com/office/drawing/2014/main" val="1417435421"/>
                    </a:ext>
                  </a:extLst>
                </a:gridCol>
                <a:gridCol w="801666">
                  <a:extLst>
                    <a:ext uri="{9D8B030D-6E8A-4147-A177-3AD203B41FA5}">
                      <a16:colId xmlns:a16="http://schemas.microsoft.com/office/drawing/2014/main" val="3752984283"/>
                    </a:ext>
                  </a:extLst>
                </a:gridCol>
                <a:gridCol w="814191">
                  <a:extLst>
                    <a:ext uri="{9D8B030D-6E8A-4147-A177-3AD203B41FA5}">
                      <a16:colId xmlns:a16="http://schemas.microsoft.com/office/drawing/2014/main" val="130631219"/>
                    </a:ext>
                  </a:extLst>
                </a:gridCol>
                <a:gridCol w="1913815">
                  <a:extLst>
                    <a:ext uri="{9D8B030D-6E8A-4147-A177-3AD203B41FA5}">
                      <a16:colId xmlns:a16="http://schemas.microsoft.com/office/drawing/2014/main" val="2505979438"/>
                    </a:ext>
                  </a:extLst>
                </a:gridCol>
                <a:gridCol w="2532925">
                  <a:extLst>
                    <a:ext uri="{9D8B030D-6E8A-4147-A177-3AD203B41FA5}">
                      <a16:colId xmlns:a16="http://schemas.microsoft.com/office/drawing/2014/main" val="2781391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r>
                        <a:rPr lang="en-US" sz="32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r>
                        <a:rPr lang="en-US" sz="32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r>
                        <a:rPr lang="en-US" sz="32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10</a:t>
                      </a:r>
                      <a:r>
                        <a:rPr lang="en-US" sz="32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40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965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8 x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819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 x 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340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7 x 100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700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5573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 x 1000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u="sng" dirty="0"/>
                        <a:t>9000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8838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Total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9738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8804839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F8580B3-D846-4447-BD7A-161653DC9F9C}"/>
              </a:ext>
            </a:extLst>
          </p:cNvPr>
          <p:cNvCxnSpPr>
            <a:cxnSpLocks/>
          </p:cNvCxnSpPr>
          <p:nvPr/>
        </p:nvCxnSpPr>
        <p:spPr>
          <a:xfrm>
            <a:off x="7189940" y="2379945"/>
            <a:ext cx="7014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1E6E0D-76F5-BA5D-69C7-C4A34AB41E30}"/>
              </a:ext>
            </a:extLst>
          </p:cNvPr>
          <p:cNvCxnSpPr/>
          <p:nvPr/>
        </p:nvCxnSpPr>
        <p:spPr>
          <a:xfrm flipV="1">
            <a:off x="7164888" y="1891430"/>
            <a:ext cx="0" cy="4759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D372FF8-81A6-101D-E2D4-9B675E276536}"/>
              </a:ext>
            </a:extLst>
          </p:cNvPr>
          <p:cNvCxnSpPr/>
          <p:nvPr/>
        </p:nvCxnSpPr>
        <p:spPr>
          <a:xfrm flipV="1">
            <a:off x="6400800" y="1891430"/>
            <a:ext cx="0" cy="964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8613519-6F57-0B0C-1E43-F88E3665AF27}"/>
              </a:ext>
            </a:extLst>
          </p:cNvPr>
          <p:cNvCxnSpPr/>
          <p:nvPr/>
        </p:nvCxnSpPr>
        <p:spPr>
          <a:xfrm flipV="1">
            <a:off x="5561556" y="1875773"/>
            <a:ext cx="0" cy="15532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27A5514-C897-8FE4-D97D-624B374F9137}"/>
              </a:ext>
            </a:extLst>
          </p:cNvPr>
          <p:cNvCxnSpPr/>
          <p:nvPr/>
        </p:nvCxnSpPr>
        <p:spPr>
          <a:xfrm flipV="1">
            <a:off x="4759890" y="1891430"/>
            <a:ext cx="0" cy="2091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5A6758D-24F2-4986-6EAF-4F97570C0D1E}"/>
              </a:ext>
            </a:extLst>
          </p:cNvPr>
          <p:cNvCxnSpPr>
            <a:cxnSpLocks/>
          </p:cNvCxnSpPr>
          <p:nvPr/>
        </p:nvCxnSpPr>
        <p:spPr>
          <a:xfrm>
            <a:off x="6400800" y="2855934"/>
            <a:ext cx="14905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E6BB1A-A463-FBE6-CB55-23CA3DBFA415}"/>
              </a:ext>
            </a:extLst>
          </p:cNvPr>
          <p:cNvCxnSpPr>
            <a:cxnSpLocks/>
          </p:cNvCxnSpPr>
          <p:nvPr/>
        </p:nvCxnSpPr>
        <p:spPr>
          <a:xfrm>
            <a:off x="5561556" y="3429000"/>
            <a:ext cx="2217107" cy="15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2902827-DFF7-A4B1-BE1D-FC59010844F5}"/>
              </a:ext>
            </a:extLst>
          </p:cNvPr>
          <p:cNvCxnSpPr>
            <a:cxnSpLocks/>
          </p:cNvCxnSpPr>
          <p:nvPr/>
        </p:nvCxnSpPr>
        <p:spPr>
          <a:xfrm>
            <a:off x="4759890" y="3983276"/>
            <a:ext cx="29185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657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BC405-DA3C-44A8-B2C0-AA02DC1F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D90541-8340-DDA4-8CA2-C2DF63565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3735"/>
              </p:ext>
            </p:extLst>
          </p:nvPr>
        </p:nvGraphicFramePr>
        <p:xfrm>
          <a:off x="3356976" y="582460"/>
          <a:ext cx="7663148" cy="502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3785">
                  <a:extLst>
                    <a:ext uri="{9D8B030D-6E8A-4147-A177-3AD203B41FA5}">
                      <a16:colId xmlns:a16="http://schemas.microsoft.com/office/drawing/2014/main" val="528634971"/>
                    </a:ext>
                  </a:extLst>
                </a:gridCol>
                <a:gridCol w="563785">
                  <a:extLst>
                    <a:ext uri="{9D8B030D-6E8A-4147-A177-3AD203B41FA5}">
                      <a16:colId xmlns:a16="http://schemas.microsoft.com/office/drawing/2014/main" val="129392231"/>
                    </a:ext>
                  </a:extLst>
                </a:gridCol>
                <a:gridCol w="563785">
                  <a:extLst>
                    <a:ext uri="{9D8B030D-6E8A-4147-A177-3AD203B41FA5}">
                      <a16:colId xmlns:a16="http://schemas.microsoft.com/office/drawing/2014/main" val="3535624136"/>
                    </a:ext>
                  </a:extLst>
                </a:gridCol>
                <a:gridCol w="563785">
                  <a:extLst>
                    <a:ext uri="{9D8B030D-6E8A-4147-A177-3AD203B41FA5}">
                      <a16:colId xmlns:a16="http://schemas.microsoft.com/office/drawing/2014/main" val="2201985883"/>
                    </a:ext>
                  </a:extLst>
                </a:gridCol>
                <a:gridCol w="563785">
                  <a:extLst>
                    <a:ext uri="{9D8B030D-6E8A-4147-A177-3AD203B41FA5}">
                      <a16:colId xmlns:a16="http://schemas.microsoft.com/office/drawing/2014/main" val="2218087824"/>
                    </a:ext>
                  </a:extLst>
                </a:gridCol>
                <a:gridCol w="565749">
                  <a:extLst>
                    <a:ext uri="{9D8B030D-6E8A-4147-A177-3AD203B41FA5}">
                      <a16:colId xmlns:a16="http://schemas.microsoft.com/office/drawing/2014/main" val="1417435421"/>
                    </a:ext>
                  </a:extLst>
                </a:gridCol>
                <a:gridCol w="565749">
                  <a:extLst>
                    <a:ext uri="{9D8B030D-6E8A-4147-A177-3AD203B41FA5}">
                      <a16:colId xmlns:a16="http://schemas.microsoft.com/office/drawing/2014/main" val="3752984283"/>
                    </a:ext>
                  </a:extLst>
                </a:gridCol>
                <a:gridCol w="574588">
                  <a:extLst>
                    <a:ext uri="{9D8B030D-6E8A-4147-A177-3AD203B41FA5}">
                      <a16:colId xmlns:a16="http://schemas.microsoft.com/office/drawing/2014/main" val="130631219"/>
                    </a:ext>
                  </a:extLst>
                </a:gridCol>
                <a:gridCol w="1350611">
                  <a:extLst>
                    <a:ext uri="{9D8B030D-6E8A-4147-A177-3AD203B41FA5}">
                      <a16:colId xmlns:a16="http://schemas.microsoft.com/office/drawing/2014/main" val="2505979438"/>
                    </a:ext>
                  </a:extLst>
                </a:gridCol>
                <a:gridCol w="1787526">
                  <a:extLst>
                    <a:ext uri="{9D8B030D-6E8A-4147-A177-3AD203B41FA5}">
                      <a16:colId xmlns:a16="http://schemas.microsoft.com/office/drawing/2014/main" val="2781391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aseline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4640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9651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 1 x 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8194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 x 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3408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 x 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5573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 x 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/>
                        <a:t>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8838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 x 16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1282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 x 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8674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 x 64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75750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 x 128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/>
                        <a:t>128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0247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Total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169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8804839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1EAA2E-E660-D88B-1B7E-05ED81AAD0AD}"/>
              </a:ext>
            </a:extLst>
          </p:cNvPr>
          <p:cNvCxnSpPr>
            <a:cxnSpLocks/>
          </p:cNvCxnSpPr>
          <p:nvPr/>
        </p:nvCxnSpPr>
        <p:spPr>
          <a:xfrm>
            <a:off x="7590773" y="1753644"/>
            <a:ext cx="46346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F165AA-D6B0-B8A5-9611-DE535D48FDC8}"/>
              </a:ext>
            </a:extLst>
          </p:cNvPr>
          <p:cNvCxnSpPr>
            <a:cxnSpLocks/>
          </p:cNvCxnSpPr>
          <p:nvPr/>
        </p:nvCxnSpPr>
        <p:spPr>
          <a:xfrm flipV="1">
            <a:off x="7590773" y="1490597"/>
            <a:ext cx="0" cy="26304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E433604-4229-F3F0-4517-9F26C7826DC8}"/>
              </a:ext>
            </a:extLst>
          </p:cNvPr>
          <p:cNvCxnSpPr>
            <a:cxnSpLocks/>
          </p:cNvCxnSpPr>
          <p:nvPr/>
        </p:nvCxnSpPr>
        <p:spPr>
          <a:xfrm flipV="1">
            <a:off x="7039627" y="1490597"/>
            <a:ext cx="0" cy="6889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1C45B2-F908-16C9-54E9-24DAE1286B6D}"/>
              </a:ext>
            </a:extLst>
          </p:cNvPr>
          <p:cNvCxnSpPr>
            <a:cxnSpLocks/>
          </p:cNvCxnSpPr>
          <p:nvPr/>
        </p:nvCxnSpPr>
        <p:spPr>
          <a:xfrm flipV="1">
            <a:off x="6450904" y="1490597"/>
            <a:ext cx="0" cy="11304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55DF65-4EC5-0C2C-A5D6-D77E9C695F89}"/>
              </a:ext>
            </a:extLst>
          </p:cNvPr>
          <p:cNvCxnSpPr/>
          <p:nvPr/>
        </p:nvCxnSpPr>
        <p:spPr>
          <a:xfrm flipV="1">
            <a:off x="5323562" y="1490597"/>
            <a:ext cx="0" cy="20918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DC636F-42FD-079D-3DA2-C1F060118B0D}"/>
              </a:ext>
            </a:extLst>
          </p:cNvPr>
          <p:cNvCxnSpPr>
            <a:cxnSpLocks/>
          </p:cNvCxnSpPr>
          <p:nvPr/>
        </p:nvCxnSpPr>
        <p:spPr>
          <a:xfrm>
            <a:off x="7039627" y="2179528"/>
            <a:ext cx="101460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622001-9801-C5A7-4CEC-E2827ECBDC10}"/>
              </a:ext>
            </a:extLst>
          </p:cNvPr>
          <p:cNvCxnSpPr>
            <a:cxnSpLocks/>
          </p:cNvCxnSpPr>
          <p:nvPr/>
        </p:nvCxnSpPr>
        <p:spPr>
          <a:xfrm>
            <a:off x="6450904" y="2621069"/>
            <a:ext cx="16033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A03B147-8039-01AC-B62A-1D17C0F29007}"/>
              </a:ext>
            </a:extLst>
          </p:cNvPr>
          <p:cNvCxnSpPr>
            <a:cxnSpLocks/>
          </p:cNvCxnSpPr>
          <p:nvPr/>
        </p:nvCxnSpPr>
        <p:spPr>
          <a:xfrm>
            <a:off x="5323562" y="3582443"/>
            <a:ext cx="27306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811A29-BFC8-C881-AAB3-96520C9FC5FE}"/>
              </a:ext>
            </a:extLst>
          </p:cNvPr>
          <p:cNvCxnSpPr>
            <a:cxnSpLocks/>
          </p:cNvCxnSpPr>
          <p:nvPr/>
        </p:nvCxnSpPr>
        <p:spPr>
          <a:xfrm flipV="1">
            <a:off x="5926898" y="1490597"/>
            <a:ext cx="0" cy="15866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6280F8-D1A2-1AD4-30EC-C9901771DE7F}"/>
              </a:ext>
            </a:extLst>
          </p:cNvPr>
          <p:cNvCxnSpPr>
            <a:cxnSpLocks/>
          </p:cNvCxnSpPr>
          <p:nvPr/>
        </p:nvCxnSpPr>
        <p:spPr>
          <a:xfrm>
            <a:off x="5926898" y="3077225"/>
            <a:ext cx="21273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2D64071-3D61-2ABF-276B-5E661E1732A8}"/>
              </a:ext>
            </a:extLst>
          </p:cNvPr>
          <p:cNvCxnSpPr>
            <a:cxnSpLocks/>
          </p:cNvCxnSpPr>
          <p:nvPr/>
        </p:nvCxnSpPr>
        <p:spPr>
          <a:xfrm flipV="1">
            <a:off x="4747363" y="1490597"/>
            <a:ext cx="0" cy="25354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3FBF29-E832-E811-3465-551CDCB90CC3}"/>
              </a:ext>
            </a:extLst>
          </p:cNvPr>
          <p:cNvCxnSpPr>
            <a:cxnSpLocks/>
          </p:cNvCxnSpPr>
          <p:nvPr/>
        </p:nvCxnSpPr>
        <p:spPr>
          <a:xfrm>
            <a:off x="4747363" y="4026072"/>
            <a:ext cx="3306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0DC065-72E9-323F-EF24-BBFBA78B463E}"/>
              </a:ext>
            </a:extLst>
          </p:cNvPr>
          <p:cNvCxnSpPr>
            <a:cxnSpLocks/>
          </p:cNvCxnSpPr>
          <p:nvPr/>
        </p:nvCxnSpPr>
        <p:spPr>
          <a:xfrm flipV="1">
            <a:off x="4223358" y="1490597"/>
            <a:ext cx="0" cy="2986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8DC48C-D3E1-296E-DBBF-5DD2E973F860}"/>
              </a:ext>
            </a:extLst>
          </p:cNvPr>
          <p:cNvCxnSpPr>
            <a:cxnSpLocks/>
          </p:cNvCxnSpPr>
          <p:nvPr/>
        </p:nvCxnSpPr>
        <p:spPr>
          <a:xfrm>
            <a:off x="4223358" y="4477009"/>
            <a:ext cx="38308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38455B-9E9A-1D07-39D0-87EA0F4DE86C}"/>
              </a:ext>
            </a:extLst>
          </p:cNvPr>
          <p:cNvCxnSpPr>
            <a:cxnSpLocks/>
          </p:cNvCxnSpPr>
          <p:nvPr/>
        </p:nvCxnSpPr>
        <p:spPr>
          <a:xfrm flipV="1">
            <a:off x="3647162" y="1490597"/>
            <a:ext cx="0" cy="34122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F8A561-B1C3-B213-9C34-B5D6F42C67CE}"/>
              </a:ext>
            </a:extLst>
          </p:cNvPr>
          <p:cNvCxnSpPr>
            <a:cxnSpLocks/>
          </p:cNvCxnSpPr>
          <p:nvPr/>
        </p:nvCxnSpPr>
        <p:spPr>
          <a:xfrm>
            <a:off x="3647162" y="4902894"/>
            <a:ext cx="440707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531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3ADCC35-5434-75FB-1EB9-83C2C293D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832493"/>
              </p:ext>
            </p:extLst>
          </p:nvPr>
        </p:nvGraphicFramePr>
        <p:xfrm>
          <a:off x="2032000" y="719664"/>
          <a:ext cx="8128000" cy="5543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7219054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2090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8886471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69265126"/>
                    </a:ext>
                  </a:extLst>
                </a:gridCol>
              </a:tblGrid>
              <a:tr h="2771675">
                <a:tc>
                  <a:txBody>
                    <a:bodyPr/>
                    <a:lstStyle/>
                    <a:p>
                      <a:pPr algn="ctr"/>
                      <a:endParaRPr lang="en-US" sz="5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9440023"/>
                  </a:ext>
                </a:extLst>
              </a:tr>
              <a:tr h="2771675">
                <a:tc>
                  <a:txBody>
                    <a:bodyPr/>
                    <a:lstStyle/>
                    <a:p>
                      <a:pPr algn="ctr"/>
                      <a:endParaRPr lang="en-US" sz="5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5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08097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6654BF5-7026-45C5-83E1-012A4B771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520" y="3681187"/>
            <a:ext cx="1537918" cy="2369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C00E5-3D06-1492-04F1-B5062BAA3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520" y="807346"/>
            <a:ext cx="1537918" cy="236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75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83</Words>
  <Application>Microsoft Macintosh PowerPoint</Application>
  <PresentationFormat>Widescreen</PresentationFormat>
  <Paragraphs>58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RASHAP, BRIAN</dc:creator>
  <cp:lastModifiedBy>RASHAP, BRIAN</cp:lastModifiedBy>
  <cp:revision>2</cp:revision>
  <dcterms:created xsi:type="dcterms:W3CDTF">2026-07-29T15:44:47Z</dcterms:created>
  <dcterms:modified xsi:type="dcterms:W3CDTF">2026-07-30T20:48:29Z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2026-07-30T15:42:45Z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651aa9ff-6459-4d19-95c2-6e1f4186f913</vt:lpwstr>
  </property>
  <property fmtid="{D5CDD505-2E9C-101B-9397-08002B2CF9AE}" pid="8" name="MSIP_Label_d8bb7484-22c2-4b98-9fb8-3ab13d821527_ContentBits">
    <vt:lpwstr>0</vt:lpwstr>
  </property>
  <property fmtid="{D5CDD505-2E9C-101B-9397-08002B2CF9AE}" pid="9" name="MSIP_Label_d8bb7484-22c2-4b98-9fb8-3ab13d821527_Tag">
    <vt:lpwstr>50, 3, 0, 1</vt:lpwstr>
  </property>
</Properties>
</file>